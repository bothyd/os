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8" r:id="rId2"/>
    <p:sldId id="259" r:id="rId3"/>
    <p:sldId id="260" r:id="rId4"/>
    <p:sldId id="267" r:id="rId5"/>
    <p:sldId id="268" r:id="rId6"/>
    <p:sldId id="269" r:id="rId7"/>
    <p:sldId id="270" r:id="rId8"/>
    <p:sldId id="261" r:id="rId9"/>
  </p:sldIdLst>
  <p:sldSz cx="9144000" cy="5143500" type="screen16x9"/>
  <p:notesSz cx="6858000" cy="9144000"/>
  <p:embeddedFontLst>
    <p:embeddedFont>
      <p:font typeface="Comfortaa Medium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3"/>
    <p:restoredTop sz="94660"/>
  </p:normalViewPr>
  <p:slideViewPr>
    <p:cSldViewPr snapToGrid="0">
      <p:cViewPr varScale="1">
        <p:scale>
          <a:sx n="141" d="100"/>
          <a:sy n="141" d="100"/>
        </p:scale>
        <p:origin x="96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55399" y="16482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</a:t>
            </a:r>
            <a:r>
              <a:rPr lang="ru-RU" sz="2300" dirty="0">
                <a:latin typeface="Comfortaa Medium"/>
                <a:ea typeface="Comfortaa Medium"/>
                <a:cs typeface="Comfortaa Medium"/>
                <a:sym typeface="Comfortaa Medium"/>
              </a:rPr>
              <a:t>4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073677" y="1103699"/>
            <a:ext cx="49966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400" dirty="0"/>
              <a:t>Процессы  </a:t>
            </a:r>
            <a:endParaRPr lang="en" sz="2400"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-1" y="1626499"/>
            <a:ext cx="9144000" cy="1497028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600" dirty="0"/>
              <a:t>В операционных системах </a:t>
            </a:r>
            <a:r>
              <a:rPr lang="ru-RU" sz="1600" b="1" dirty="0"/>
              <a:t>процесс</a:t>
            </a:r>
            <a:r>
              <a:rPr lang="ru-RU" sz="1600" dirty="0"/>
              <a:t> — это программа, которая в данный момент </a:t>
            </a:r>
            <a:r>
              <a:rPr lang="ru-RU" sz="1600" b="1" dirty="0"/>
              <a:t>выполняется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0"/>
            <a:ext cx="9144000" cy="1059873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Состояния процесса</a:t>
            </a:r>
            <a:endParaRPr sz="3200" dirty="0"/>
          </a:p>
        </p:txBody>
      </p:sp>
      <p:pic>
        <p:nvPicPr>
          <p:cNvPr id="3" name="Рисунок 2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036205-0CCE-750E-6207-642B157B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64" y="1376195"/>
            <a:ext cx="643027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642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124F3-85DB-2548-80FE-EF73E786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3C4A876B-0005-4775-034A-BD3BBC693D31}"/>
              </a:ext>
            </a:extLst>
          </p:cNvPr>
          <p:cNvSpPr/>
          <p:nvPr/>
        </p:nvSpPr>
        <p:spPr>
          <a:xfrm>
            <a:off x="0" y="0"/>
            <a:ext cx="9144000" cy="1059873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Состояния процесса</a:t>
            </a:r>
            <a:endParaRPr sz="3200" dirty="0"/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29CC43-62BC-48C7-1B11-CFA41463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58" y="1428936"/>
            <a:ext cx="6086083" cy="32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9508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36C9-1746-87FF-B018-ACC40DD2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BE1DB21E-BF6F-65C3-63EB-31B70ECFDE42}"/>
              </a:ext>
            </a:extLst>
          </p:cNvPr>
          <p:cNvSpPr/>
          <p:nvPr/>
        </p:nvSpPr>
        <p:spPr>
          <a:xfrm>
            <a:off x="0" y="0"/>
            <a:ext cx="9144000" cy="1059873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Состояния процесса</a:t>
            </a:r>
            <a:endParaRPr sz="3200" dirty="0"/>
          </a:p>
        </p:txBody>
      </p:sp>
      <p:pic>
        <p:nvPicPr>
          <p:cNvPr id="3" name="Рисунок 2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3354C4-3093-4E15-7B7E-0BA64EB43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94" y="1503218"/>
            <a:ext cx="4999172" cy="312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0885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50AB-842B-356C-59CD-9406AA6A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F1F1AF02-AFB5-1C72-103E-913D4138D8AE}"/>
              </a:ext>
            </a:extLst>
          </p:cNvPr>
          <p:cNvSpPr/>
          <p:nvPr/>
        </p:nvSpPr>
        <p:spPr>
          <a:xfrm>
            <a:off x="0" y="0"/>
            <a:ext cx="9144000" cy="1059873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Генеалогический лес</a:t>
            </a:r>
            <a:endParaRPr sz="3200" dirty="0"/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379B55-CE1A-2122-5D3E-087F87346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183" y="1648691"/>
            <a:ext cx="4883253" cy="29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798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9ABBD-9941-0090-59D5-3827D27E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B6666EA7-A46D-F07F-97E3-2A558A9B9289}"/>
              </a:ext>
            </a:extLst>
          </p:cNvPr>
          <p:cNvSpPr/>
          <p:nvPr/>
        </p:nvSpPr>
        <p:spPr>
          <a:xfrm>
            <a:off x="0" y="0"/>
            <a:ext cx="9144000" cy="1059873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Переключение контекста</a:t>
            </a:r>
            <a:endParaRPr sz="3200" dirty="0"/>
          </a:p>
        </p:txBody>
      </p:sp>
      <p:pic>
        <p:nvPicPr>
          <p:cNvPr id="3" name="Рисунок 2" descr="Изображение выглядит как текст, диаграмма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83DEB7-01CB-FFA6-E1B7-6AB266EB3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55" y="1444728"/>
            <a:ext cx="4408681" cy="353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141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972151"/>
            <a:ext cx="9144000" cy="352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972151"/>
            <a:ext cx="8195137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ru-RU" sz="1600" dirty="0"/>
              <a:t>  Понятие процесса характеризует некоторую совокупность набора исполняющихся команд, ассоциированных с ним ресурсов и текущего момента его выполнения, находящуюся под управлением операционной системы.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  Процессы могут находиться в пяти основных состояниях: рождение, готовность, исполнение, ожидание, закончил исполнение.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  Операционная система может выполнять над процессами следующие операции: создание процесса, завершение процесса, приостановка процесса, запуск процесса, блокирование процесса, разблокирование процесса, изменение приоритета процесса.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  Деятельность мультипрограммной операционной системы состоит из цепочек перечисленных операций, выполняемых над различными процессами, и сопровождается процедурами сохранения/восстановления работоспособности процессов, т. е. переключением контекста.</a:t>
            </a:r>
            <a:endParaRPr lang="en" sz="1600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4E286-2684-4AB0-DFFC-E78C74A48803}"/>
              </a:ext>
            </a:extLst>
          </p:cNvPr>
          <p:cNvSpPr txBox="1"/>
          <p:nvPr/>
        </p:nvSpPr>
        <p:spPr>
          <a:xfrm>
            <a:off x="541867" y="113981"/>
            <a:ext cx="4632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664545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7311</TotalTime>
  <Words>138</Words>
  <Application>Microsoft Office PowerPoint</Application>
  <PresentationFormat>Экран (16:9)</PresentationFormat>
  <Paragraphs>13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Comfortaa Medium</vt:lpstr>
      <vt:lpstr>Arial</vt:lpstr>
      <vt:lpstr>Simple Light</vt:lpstr>
      <vt:lpstr>Процессы 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5</cp:revision>
  <dcterms:modified xsi:type="dcterms:W3CDTF">2026-02-24T13:37:54Z</dcterms:modified>
</cp:coreProperties>
</file>